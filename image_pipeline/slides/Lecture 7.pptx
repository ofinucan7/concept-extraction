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1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51E37-7B95-4BDF-AF64-5C1C77825924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DDE64-4453-4065-8643-5B8293A6442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calling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ClassName.staticFunction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is only necessary when the function being called is in another 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8B6C-8919-45E5-9074-0A1D5BFE4201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A3BE-3DB5-4EED-810C-071FC92A2D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8B6C-8919-45E5-9074-0A1D5BFE4201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A3BE-3DB5-4EED-810C-071FC92A2D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8B6C-8919-45E5-9074-0A1D5BFE4201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A3BE-3DB5-4EED-810C-071FC92A2D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8B6C-8919-45E5-9074-0A1D5BFE4201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A3BE-3DB5-4EED-810C-071FC92A2D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8B6C-8919-45E5-9074-0A1D5BFE4201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A3BE-3DB5-4EED-810C-071FC92A2D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8B6C-8919-45E5-9074-0A1D5BFE4201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A3BE-3DB5-4EED-810C-071FC92A2D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8B6C-8919-45E5-9074-0A1D5BFE4201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A3BE-3DB5-4EED-810C-071FC92A2D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8B6C-8919-45E5-9074-0A1D5BFE4201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A3BE-3DB5-4EED-810C-071FC92A2D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8B6C-8919-45E5-9074-0A1D5BFE4201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A3BE-3DB5-4EED-810C-071FC92A2D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8B6C-8919-45E5-9074-0A1D5BFE4201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A3BE-3DB5-4EED-810C-071FC92A2D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8B6C-8919-45E5-9074-0A1D5BFE4201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A3BE-3DB5-4EED-810C-071FC92A2D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18B6C-8919-45E5-9074-0A1D5BFE4201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0A3BE-3DB5-4EED-810C-071FC92A2DA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CS 0007: Introduction to Java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7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</a:p>
          <a:p>
            <a:r>
              <a:rPr lang="en-US" dirty="0" smtClean="0"/>
              <a:t>September 22, 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</a:t>
            </a:r>
            <a:r>
              <a:rPr lang="en-US" dirty="0" smtClean="0">
                <a:solidFill>
                  <a:srgbClr val="FF0000"/>
                </a:solidFill>
              </a:rPr>
              <a:t>function</a:t>
            </a:r>
            <a:r>
              <a:rPr lang="en-US" dirty="0" smtClean="0">
                <a:solidFill>
                  <a:schemeClr val="bg1"/>
                </a:solidFill>
              </a:rPr>
              <a:t> is similar to its mathematical counterpart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f(x) = x</a:t>
            </a:r>
            <a:r>
              <a:rPr lang="en-US" baseline="30000" dirty="0" smtClean="0">
                <a:solidFill>
                  <a:schemeClr val="bg1"/>
                </a:solidFill>
              </a:rPr>
              <a:t>2</a:t>
            </a:r>
            <a:r>
              <a:rPr lang="en-US" dirty="0" smtClean="0">
                <a:solidFill>
                  <a:schemeClr val="bg1"/>
                </a:solidFill>
              </a:rPr>
              <a:t>, plug in 3, get 9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Contains several more parts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Java Functions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Takes in zero or more </a:t>
            </a:r>
            <a:r>
              <a:rPr lang="en-US" dirty="0" smtClean="0">
                <a:solidFill>
                  <a:srgbClr val="FF0000"/>
                </a:solidFill>
              </a:rPr>
              <a:t>parameters</a:t>
            </a:r>
            <a:r>
              <a:rPr lang="en-US" dirty="0" smtClean="0">
                <a:solidFill>
                  <a:schemeClr val="bg1"/>
                </a:solidFill>
              </a:rPr>
              <a:t>, processes them in the </a:t>
            </a:r>
            <a:r>
              <a:rPr lang="en-US" dirty="0" smtClean="0">
                <a:solidFill>
                  <a:srgbClr val="FF0000"/>
                </a:solidFill>
              </a:rPr>
              <a:t>function body</a:t>
            </a:r>
            <a:r>
              <a:rPr lang="en-US" dirty="0" smtClean="0">
                <a:solidFill>
                  <a:schemeClr val="bg1"/>
                </a:solidFill>
              </a:rPr>
              <a:t>, and </a:t>
            </a:r>
            <a:r>
              <a:rPr lang="en-US" dirty="0" smtClean="0">
                <a:solidFill>
                  <a:srgbClr val="FF0000"/>
                </a:solidFill>
              </a:rPr>
              <a:t>returns</a:t>
            </a:r>
            <a:r>
              <a:rPr lang="en-US" dirty="0" smtClean="0">
                <a:solidFill>
                  <a:schemeClr val="bg1"/>
                </a:solidFill>
              </a:rPr>
              <a:t> a result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Imagine going to </a:t>
            </a:r>
            <a:r>
              <a:rPr lang="en-US" dirty="0" err="1" smtClean="0">
                <a:solidFill>
                  <a:schemeClr val="bg1"/>
                </a:solidFill>
              </a:rPr>
              <a:t>BestBuy</a:t>
            </a:r>
            <a:r>
              <a:rPr lang="en-US" baseline="30000" dirty="0" err="1" smtClean="0">
                <a:solidFill>
                  <a:schemeClr val="bg1"/>
                </a:solidFill>
              </a:rPr>
              <a:t>TM</a:t>
            </a:r>
            <a:r>
              <a:rPr lang="en-US" dirty="0" smtClean="0">
                <a:solidFill>
                  <a:schemeClr val="bg1"/>
                </a:solidFill>
              </a:rPr>
              <a:t> and telling them you want your computer fixed.  You are telling them to run a fixing function, with your computer being a parameter.  What you get back is your fixed computer.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You Already Have the Power!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You already know how to </a:t>
            </a:r>
            <a:r>
              <a:rPr lang="en-US" dirty="0" smtClean="0">
                <a:solidFill>
                  <a:srgbClr val="FF0000"/>
                </a:solidFill>
              </a:rPr>
              <a:t>call</a:t>
            </a:r>
            <a:r>
              <a:rPr lang="en-US" dirty="0" smtClean="0">
                <a:solidFill>
                  <a:schemeClr val="bg1"/>
                </a:solidFill>
              </a:rPr>
              <a:t> functions!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Static: 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err="1" smtClean="0">
                <a:solidFill>
                  <a:schemeClr val="bg1"/>
                </a:solidFill>
              </a:rPr>
              <a:t>ClassName.functionName</a:t>
            </a:r>
            <a:r>
              <a:rPr lang="en-US" dirty="0" smtClean="0">
                <a:solidFill>
                  <a:schemeClr val="bg1"/>
                </a:solidFill>
              </a:rPr>
              <a:t>(&lt;parameters&gt;);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Non-static: </a:t>
            </a:r>
            <a:r>
              <a:rPr lang="en-US" dirty="0" err="1" smtClean="0">
                <a:solidFill>
                  <a:schemeClr val="bg1"/>
                </a:solidFill>
              </a:rPr>
              <a:t>objectName.functionName</a:t>
            </a:r>
            <a:r>
              <a:rPr lang="en-US" dirty="0" smtClean="0">
                <a:solidFill>
                  <a:schemeClr val="bg1"/>
                </a:solidFill>
              </a:rPr>
              <a:t>(&lt;parameters&gt;);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How do I make my own?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Components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600200"/>
            <a:ext cx="7772400" cy="452596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cs typeface="Courier New" pitchFamily="49" charset="0"/>
              </a:rPr>
              <a:t>Visibility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type 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dirty="0" smtClean="0">
                <a:solidFill>
                  <a:schemeClr val="bg1"/>
                </a:solidFill>
              </a:rPr>
              <a:t>/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protected</a:t>
            </a:r>
            <a:r>
              <a:rPr lang="en-US" dirty="0" smtClean="0">
                <a:solidFill>
                  <a:schemeClr val="bg1"/>
                </a:solidFill>
              </a:rPr>
              <a:t>/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(For now, required)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Return 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functionName</a:t>
            </a:r>
            <a:endParaRPr lang="en-US" dirty="0" smtClean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Parentheses “()”</a:t>
            </a:r>
          </a:p>
          <a:p>
            <a:pPr marL="914400" lvl="1" indent="-514350"/>
            <a:r>
              <a:rPr lang="en-US" dirty="0" smtClean="0">
                <a:solidFill>
                  <a:schemeClr val="bg1"/>
                </a:solidFill>
              </a:rPr>
              <a:t> Parameters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 smtClean="0">
                <a:solidFill>
                  <a:schemeClr val="bg1"/>
                </a:solidFill>
              </a:rPr>
              <a:t> Type1 parameterName1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 smtClean="0">
                <a:solidFill>
                  <a:schemeClr val="bg1"/>
                </a:solidFill>
              </a:rPr>
              <a:t> Type2 parameterName2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 smtClean="0">
                <a:solidFill>
                  <a:schemeClr val="bg1"/>
                </a:solidFill>
              </a:rPr>
              <a:t> 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Curly Brackets/Braces “{}”</a:t>
            </a:r>
          </a:p>
          <a:p>
            <a:pPr marL="914400" lvl="1" indent="-514350"/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 smtClean="0">
                <a:solidFill>
                  <a:srgbClr val="7030A0"/>
                </a:solidFill>
                <a:cs typeface="Courier New" pitchFamily="49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a value</a:t>
            </a:r>
            <a:endParaRPr lang="en-US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ight Brace 3"/>
          <p:cNvSpPr/>
          <p:nvPr/>
        </p:nvSpPr>
        <p:spPr>
          <a:xfrm flipH="1">
            <a:off x="1066800" y="1600200"/>
            <a:ext cx="609600" cy="3505200"/>
          </a:xfrm>
          <a:prstGeom prst="rightBrace">
            <a:avLst/>
          </a:prstGeom>
          <a:ln w="508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-1751" y="2895600"/>
            <a:ext cx="1297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Function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Header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Right Brace 5"/>
          <p:cNvSpPr/>
          <p:nvPr/>
        </p:nvSpPr>
        <p:spPr>
          <a:xfrm flipH="1">
            <a:off x="1066800" y="5105400"/>
            <a:ext cx="609600" cy="762000"/>
          </a:xfrm>
          <a:prstGeom prst="rightBrace">
            <a:avLst/>
          </a:prstGeom>
          <a:ln w="508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1751" y="5029200"/>
            <a:ext cx="1297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Function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Body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Simple Unnecessary Function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 want this function to take two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dirty="0" smtClean="0">
                <a:solidFill>
                  <a:schemeClr val="bg1"/>
                </a:solidFill>
              </a:rPr>
              <a:t>s and return their sum.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Let us go through the list and see what needs to be incorporated for the function.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Components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We’ll just use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for now.</a:t>
            </a:r>
            <a:endParaRPr lang="en-US" dirty="0" smtClean="0">
              <a:solidFill>
                <a:schemeClr val="bg1"/>
              </a:solidFill>
              <a:cs typeface="Courier New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(For now, required)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What is the Return Type?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What is an appropriate </a:t>
            </a:r>
            <a:r>
              <a:rPr lang="en-US" dirty="0" err="1" smtClean="0">
                <a:solidFill>
                  <a:schemeClr val="bg1"/>
                </a:solidFill>
              </a:rPr>
              <a:t>functionName</a:t>
            </a:r>
            <a:r>
              <a:rPr lang="en-US" dirty="0" smtClean="0">
                <a:solidFill>
                  <a:schemeClr val="bg1"/>
                </a:solidFill>
              </a:rPr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Parentheses “()”</a:t>
            </a:r>
          </a:p>
          <a:p>
            <a:pPr marL="914400" lvl="1" indent="-514350"/>
            <a:r>
              <a:rPr lang="en-US" dirty="0" smtClean="0">
                <a:solidFill>
                  <a:schemeClr val="bg1"/>
                </a:solidFill>
              </a:rPr>
              <a:t>What are the parameters?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Curly Brackets/Braces “{}”</a:t>
            </a:r>
          </a:p>
          <a:p>
            <a:pPr marL="914400" lvl="1" indent="-514350"/>
            <a:r>
              <a:rPr lang="en-US" dirty="0" smtClean="0">
                <a:solidFill>
                  <a:schemeClr val="bg1"/>
                </a:solidFill>
              </a:rPr>
              <a:t> What do we do in the Function Body?</a:t>
            </a:r>
          </a:p>
          <a:p>
            <a:pPr marL="914400" lvl="1" indent="-514350"/>
            <a:r>
              <a:rPr lang="en-US" dirty="0" smtClean="0">
                <a:solidFill>
                  <a:schemeClr val="bg1"/>
                </a:solidFill>
              </a:rPr>
              <a:t> What do we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?</a:t>
            </a:r>
            <a:endParaRPr lang="en-US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Return Type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kind of thing are we going to give back to the function caller?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“I want this function to take two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dirty="0" smtClean="0">
                <a:solidFill>
                  <a:schemeClr val="bg1"/>
                </a:solidFill>
              </a:rPr>
              <a:t>s and return their sum.”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sum of two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dirty="0" smtClean="0">
                <a:solidFill>
                  <a:schemeClr val="bg1"/>
                </a:solidFill>
              </a:rPr>
              <a:t>s better be a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Name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function name should easily describe what the function does.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“I want this function to take two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dirty="0" smtClean="0">
                <a:solidFill>
                  <a:schemeClr val="bg1"/>
                </a:solidFill>
              </a:rPr>
              <a:t>s and return their sum.”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“sum”?  Probably not enough detail, since there are many types that can be summed.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sumDoubles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Parameters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required input to the function.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data that the function needs in order to properly execute its duties.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“I want this function to take two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dirty="0" smtClean="0">
                <a:solidFill>
                  <a:schemeClr val="bg1"/>
                </a:solidFill>
              </a:rPr>
              <a:t>s and return their sum.”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Two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dirty="0" smtClean="0">
                <a:solidFill>
                  <a:schemeClr val="bg1"/>
                </a:solidFill>
              </a:rPr>
              <a:t>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Names?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Header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itle 5"/>
          <p:cNvSpPr txBox="1">
            <a:spLocks/>
          </p:cNvSpPr>
          <p:nvPr/>
        </p:nvSpPr>
        <p:spPr>
          <a:xfrm>
            <a:off x="152400" y="2667000"/>
            <a:ext cx="8839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//sums two doubles together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/>
            </a:r>
            <a:b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</a:b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public static double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 </a:t>
            </a:r>
            <a:r>
              <a:rPr kumimoji="0" lang="en-US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sumDoubles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/>
            </a:r>
            <a:b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</a:b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		(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double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 addend1,</a:t>
            </a:r>
            <a:r>
              <a:rPr kumimoji="0" lang="en-US" sz="4400" b="1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 </a:t>
            </a:r>
            <a:r>
              <a:rPr kumimoji="0" lang="en-US" sz="4400" b="1" i="0" u="none" strike="noStrike" kern="1200" cap="none" spc="0" normalizeH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double</a:t>
            </a:r>
            <a:r>
              <a:rPr kumimoji="0" lang="en-US" sz="4400" b="1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 addend2)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itchFamily="49" charset="0"/>
              <a:ea typeface="+mj-ea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Body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…(Function Header)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{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???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}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Body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…(Function Header)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sum = addend1 + addend2;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sum;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double,double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Body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…(Function Header)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addend1 + addend2;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double,double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Body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Functions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dirty="0" smtClean="0">
                <a:solidFill>
                  <a:srgbClr val="FFFF00"/>
                </a:solidFill>
                <a:cs typeface="Courier New" pitchFamily="49" charset="0"/>
              </a:rPr>
              <a:t>…(Function)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sum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sumDoubles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2.5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3.9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(sum);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Functions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java.util.Scanner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8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8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AddingMachine</a:t>
            </a:r>
            <a:endParaRPr lang="en-US" sz="1800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dirty="0" smtClean="0">
                <a:solidFill>
                  <a:srgbClr val="FFFF00"/>
                </a:solidFill>
                <a:cs typeface="Courier New" pitchFamily="49" charset="0"/>
              </a:rPr>
              <a:t> …(Function)</a:t>
            </a:r>
            <a:endParaRPr lang="en-US" sz="1800" b="1" dirty="0" smtClean="0">
              <a:solidFill>
                <a:srgbClr val="FFFF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Scanner scan = 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Scanner(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"Please enter a number:"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scan.nextDouble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"Please enter a second number:"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secondNum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scan.nextDouble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sum = </a:t>
            </a:r>
            <a:r>
              <a:rPr lang="en-US" sz="1800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sumDoubles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firstNum,secondNum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"The sum of "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b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1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and " 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secondNum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1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equals "</a:t>
            </a: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			sum);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}</a:t>
            </a:r>
            <a:r>
              <a:rPr lang="en-US" sz="18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18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sz="1800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AddingMachine</a:t>
            </a:r>
            <a:endParaRPr lang="en-US" sz="1800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Scope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did we need to submit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firstNum</a:t>
            </a:r>
            <a:r>
              <a:rPr lang="en-US" dirty="0" smtClean="0">
                <a:solidFill>
                  <a:schemeClr val="bg1"/>
                </a:solidFill>
              </a:rPr>
              <a:t> and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secondNum</a:t>
            </a:r>
            <a:r>
              <a:rPr lang="en-US" dirty="0" smtClean="0">
                <a:solidFill>
                  <a:schemeClr val="bg1"/>
                </a:solidFill>
              </a:rPr>
              <a:t> to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sumDoubles</a:t>
            </a:r>
            <a:r>
              <a:rPr lang="en-US" dirty="0" smtClean="0">
                <a:solidFill>
                  <a:schemeClr val="bg1"/>
                </a:solidFill>
              </a:rPr>
              <a:t>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can’t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sumDoubles</a:t>
            </a:r>
            <a:r>
              <a:rPr lang="en-US" dirty="0" smtClean="0">
                <a:solidFill>
                  <a:schemeClr val="bg1"/>
                </a:solidFill>
              </a:rPr>
              <a:t> just use the already created variables?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This relates to </a:t>
            </a:r>
            <a:r>
              <a:rPr lang="en-US" dirty="0" smtClean="0">
                <a:solidFill>
                  <a:srgbClr val="FF0000"/>
                </a:solidFill>
              </a:rPr>
              <a:t>scope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Scope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38200" y="1447800"/>
            <a:ext cx="7467600" cy="48006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600200" y="2209800"/>
            <a:ext cx="5943600" cy="3352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514600" y="2971800"/>
            <a:ext cx="4191000" cy="1905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905000" y="1600200"/>
            <a:ext cx="533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Confidential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2438400" y="2362200"/>
            <a:ext cx="419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Secret</a:t>
            </a:r>
            <a:endParaRPr lang="en-US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2743200" y="3581400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Top Secret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Scope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38200" y="1447800"/>
            <a:ext cx="7467600" cy="48006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600200" y="2209800"/>
            <a:ext cx="2438400" cy="3352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905000" y="1600200"/>
            <a:ext cx="533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public class </a:t>
            </a:r>
            <a:r>
              <a:rPr lang="en-US" sz="3200" dirty="0" err="1" smtClean="0"/>
              <a:t>AddingMachine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1676400" y="3048000"/>
            <a:ext cx="2286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public static void main</a:t>
            </a:r>
            <a:endParaRPr lang="en-US" sz="3200" dirty="0"/>
          </a:p>
        </p:txBody>
      </p:sp>
      <p:sp>
        <p:nvSpPr>
          <p:cNvPr id="10" name="Rounded Rectangle 9"/>
          <p:cNvSpPr/>
          <p:nvPr/>
        </p:nvSpPr>
        <p:spPr>
          <a:xfrm>
            <a:off x="5029200" y="2209800"/>
            <a:ext cx="2438400" cy="3352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105400" y="2971800"/>
            <a:ext cx="2286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public static double </a:t>
            </a:r>
            <a:r>
              <a:rPr lang="en-US" sz="3200" dirty="0" err="1" smtClean="0"/>
              <a:t>sumDoubles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Passing-in Parameters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The act of providing parameters in a function call is called </a:t>
            </a:r>
            <a:r>
              <a:rPr lang="en-US" dirty="0" smtClean="0">
                <a:solidFill>
                  <a:srgbClr val="FF0000"/>
                </a:solidFill>
              </a:rPr>
              <a:t>Passing-in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Java has two kinds of passing-in.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Pass-by-Value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Passing-in a copy of the value of the variable.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Any change made to the variable is not reflected when the function returns.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All primitive type parameters are pass-by-value.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Pass-by-Reference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Passing-in the actual variable.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Any change made to the variable IS reflected when the function returns, UNLESS the parameter name is REASSIGNED.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All non-primitive type parameters are pass-by-reference.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Another Simple Function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 want a function that prints a nice British greeting, complete with the person’s full name.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Source: http://www.bbcamerica.com/anglophenia/2011/07/five-slang-ways-to-say-hello/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Components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endParaRPr lang="en-US" dirty="0" smtClean="0">
              <a:solidFill>
                <a:schemeClr val="bg1"/>
              </a:solidFill>
              <a:cs typeface="Courier New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static</a:t>
            </a:r>
            <a:endParaRPr lang="en-US" dirty="0" smtClean="0">
              <a:solidFill>
                <a:schemeClr val="bg1"/>
              </a:solidFill>
              <a:cs typeface="Courier New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What is the Return Type?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What is an appropriate </a:t>
            </a:r>
            <a:r>
              <a:rPr lang="en-US" dirty="0" err="1" smtClean="0">
                <a:solidFill>
                  <a:schemeClr val="bg1"/>
                </a:solidFill>
              </a:rPr>
              <a:t>functionName</a:t>
            </a:r>
            <a:r>
              <a:rPr lang="en-US" dirty="0" smtClean="0">
                <a:solidFill>
                  <a:schemeClr val="bg1"/>
                </a:solidFill>
              </a:rPr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Parentheses “()”</a:t>
            </a:r>
          </a:p>
          <a:p>
            <a:pPr marL="914400" lvl="1" indent="-514350"/>
            <a:r>
              <a:rPr lang="en-US" dirty="0" smtClean="0">
                <a:solidFill>
                  <a:schemeClr val="bg1"/>
                </a:solidFill>
              </a:rPr>
              <a:t>What are the parameters?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Curly Brackets/Braces “{}”</a:t>
            </a:r>
          </a:p>
          <a:p>
            <a:pPr marL="914400" lvl="1" indent="-514350"/>
            <a:r>
              <a:rPr lang="en-US" dirty="0" smtClean="0">
                <a:solidFill>
                  <a:schemeClr val="bg1"/>
                </a:solidFill>
              </a:rPr>
              <a:t> What do we do in the Function Body?</a:t>
            </a:r>
          </a:p>
          <a:p>
            <a:pPr marL="914400" lvl="1" indent="-514350"/>
            <a:r>
              <a:rPr lang="en-US" dirty="0" smtClean="0">
                <a:solidFill>
                  <a:schemeClr val="bg1"/>
                </a:solidFill>
              </a:rPr>
              <a:t> What do we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?</a:t>
            </a:r>
            <a:endParaRPr lang="en-US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Return Type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Does this function even need to return any data or information?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No, so we should use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dirty="0" smtClean="0">
                <a:solidFill>
                  <a:schemeClr val="bg1"/>
                </a:solidFill>
              </a:rPr>
              <a:t> as our return type.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Header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itle 5"/>
          <p:cNvSpPr txBox="1">
            <a:spLocks/>
          </p:cNvSpPr>
          <p:nvPr/>
        </p:nvSpPr>
        <p:spPr>
          <a:xfrm>
            <a:off x="457200" y="2667000"/>
            <a:ext cx="8534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public static void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 </a:t>
            </a:r>
            <a:r>
              <a:rPr kumimoji="0" lang="en-US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britishGreeting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/>
            </a:r>
            <a:b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</a:b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		(String </a:t>
            </a:r>
            <a:r>
              <a:rPr kumimoji="0" lang="en-US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fullName</a:t>
            </a:r>
            <a:r>
              <a:rPr kumimoji="0" lang="en-US" sz="4400" b="1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itchFamily="49" charset="0"/>
                <a:ea typeface="+mj-ea"/>
                <a:cs typeface="Courier New" pitchFamily="49" charset="0"/>
              </a:rPr>
              <a:t>)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itchFamily="49" charset="0"/>
              <a:ea typeface="+mj-ea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Body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…(Function Header)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Wotcha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"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 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fullName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".  Fancy a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cuppa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?"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method(String)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//Note no return statement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684</Words>
  <Application>Microsoft Office PowerPoint</Application>
  <PresentationFormat>On-screen Show (4:3)</PresentationFormat>
  <Paragraphs>160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CS 0007: Introduction to Java Lecture 7</vt:lpstr>
      <vt:lpstr>Functions</vt:lpstr>
      <vt:lpstr>Functions</vt:lpstr>
      <vt:lpstr>Java Functions</vt:lpstr>
      <vt:lpstr>You Already Have the Power!</vt:lpstr>
      <vt:lpstr>Function Components</vt:lpstr>
      <vt:lpstr>A Simple Unnecessary Function</vt:lpstr>
      <vt:lpstr>Function Components</vt:lpstr>
      <vt:lpstr>Return Type</vt:lpstr>
      <vt:lpstr>Function Name</vt:lpstr>
      <vt:lpstr>Parameters</vt:lpstr>
      <vt:lpstr>Function Header</vt:lpstr>
      <vt:lpstr>Function Body</vt:lpstr>
      <vt:lpstr>Function Body</vt:lpstr>
      <vt:lpstr>Function Body</vt:lpstr>
      <vt:lpstr>Function Body</vt:lpstr>
      <vt:lpstr>Slide 17</vt:lpstr>
      <vt:lpstr>Scope</vt:lpstr>
      <vt:lpstr>Scope</vt:lpstr>
      <vt:lpstr>Scope</vt:lpstr>
      <vt:lpstr>Passing-in Parameters</vt:lpstr>
      <vt:lpstr>Pass-by-Value</vt:lpstr>
      <vt:lpstr>Pass-by-Reference</vt:lpstr>
      <vt:lpstr>Another Simple Function</vt:lpstr>
      <vt:lpstr>Function Components</vt:lpstr>
      <vt:lpstr>Return Type</vt:lpstr>
      <vt:lpstr>Function Header</vt:lpstr>
      <vt:lpstr>Function Body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0007: Introduction to Java Lecture 7</dc:title>
  <dc:creator>Eleonor Rico</dc:creator>
  <cp:lastModifiedBy>Eleonor Rico</cp:lastModifiedBy>
  <cp:revision>2</cp:revision>
  <dcterms:created xsi:type="dcterms:W3CDTF">2016-09-21T20:28:19Z</dcterms:created>
  <dcterms:modified xsi:type="dcterms:W3CDTF">2016-09-22T18:33:05Z</dcterms:modified>
</cp:coreProperties>
</file>